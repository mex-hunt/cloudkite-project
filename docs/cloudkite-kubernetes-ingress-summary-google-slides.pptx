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and 41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80000" y="160000"/>
            <a:ext cx="106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dirty="0">
                <a:b/>
                <a:solidFill>
                  <a:srgbClr val="FFFFFF"/>
                </a:solidFill>
              </a:rPr>
              <a:t>Cloudkite GKE Deployment</a:t>
            </a:r>
            <a:endParaRPr lang="en-US" sz="1800"/>
          </a:p>
        </p:txBody>
      </p:sp>
      <p:sp>
        <p:nvSpPr>
          <p:cNvPr id="41" name="TextBox 41"/>
          <p:cNvSpPr txBox="1"/>
          <p:nvPr/>
        </p:nvSpPr>
        <p:spPr>
          <a:xfrm>
            <a:off x="580000" y="970000"/>
            <a:ext cx="108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dirty="0">
                <a:b/>
                <a:solidFill>
                  <a:srgbClr val="111827"/>
                </a:solidFill>
              </a:rPr>
              <a:t>1. Kubernetes Foundation</a:t>
            </a:r>
            <a:endParaRPr lang="en-US" sz="3600"/>
          </a:p>
        </p:txBody>
      </p:sp>
      <p:sp>
        <p:nvSpPr>
          <p:cNvPr id="41" name="TextBox 41"/>
          <p:cNvSpPr txBox="1"/>
          <p:nvPr/>
        </p:nvSpPr>
        <p:spPr>
          <a:xfrm>
            <a:off x="620000" y="1570000"/>
            <a:ext cx="103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 dirty="0">
                <a:solidFill>
                  <a:srgbClr val="0F766E"/>
                </a:solidFill>
              </a:rPr>
              <a:t>How the GKE platform is set up</a:t>
            </a:r>
            <a:endParaRPr lang="en-US" sz="1900"/>
          </a:p>
        </p:txBody>
      </p:sp>
      <p:sp>
        <p:nvSpPr>
          <p:cNvPr id="42" name="Bullets 42"/>
          <p:cNvSpPr txBox="1"/>
          <p:nvPr/>
        </p:nvSpPr>
        <p:spPr>
          <a:xfrm>
            <a:off x="820000" y="2250000"/>
            <a:ext cx="10450000" cy="3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Terraform provisions the GCP base: VPC, subnet, pod/service secondary ranges, GKE, IAM, service accounts, Cloud SQL access, and the reserved external IP.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The application is deployed through one reusable Helm chart, with separate values for frontend and backend.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Argo CD watches deploy/production and keeps the cluster synced from Git.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Cloud Build builds images, pushes to Docker Hub, updates GitOps values, and Argo CD deploys the new tag.</a:t>
            </a:r>
            <a:endParaRPr lang="en-US" sz="1800"/>
          </a:p>
        </p:txBody>
      </p:sp>
      <p:sp>
        <p:nvSpPr>
          <p:cNvPr id="43" name="Band 43"/>
          <p:cNvSpPr/>
          <p:nvPr/>
        </p:nvSpPr>
        <p:spPr>
          <a:xfrm>
            <a:off x="580000" y="5940000"/>
            <a:ext cx="11000000" cy="12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20000" y="6120000"/>
            <a:ext cx="104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50" dirty="0">
                <a:solidFill>
                  <a:srgbClr val="475569"/>
                </a:solidFill>
              </a:rPr>
              <a:t>Result: infrastructure and application state are reproducible from Terraform, Helm, and Git.</a:t>
            </a:r>
            <a:endParaRPr lang="en-US" sz="14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Band 61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580000" y="160000"/>
            <a:ext cx="106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dirty="0">
                <a:b/>
                <a:solidFill>
                  <a:srgbClr val="FFFFFF"/>
                </a:solidFill>
              </a:rPr>
              <a:t>Cloudkite GKE Deployment</a:t>
            </a:r>
            <a:endParaRPr lang="en-US" sz="1800"/>
          </a:p>
        </p:txBody>
      </p:sp>
      <p:sp>
        <p:nvSpPr>
          <p:cNvPr id="61" name="TextBox 61"/>
          <p:cNvSpPr txBox="1"/>
          <p:nvPr/>
        </p:nvSpPr>
        <p:spPr>
          <a:xfrm>
            <a:off x="580000" y="970000"/>
            <a:ext cx="108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dirty="0">
                <a:b/>
                <a:solidFill>
                  <a:srgbClr val="111827"/>
                </a:solidFill>
              </a:rPr>
              <a:t>2. Domain To Cluster Traffic Flow</a:t>
            </a:r>
            <a:endParaRPr lang="en-US" sz="3600"/>
          </a:p>
        </p:txBody>
      </p:sp>
      <p:sp>
        <p:nvSpPr>
          <p:cNvPr id="61" name="TextBox 61"/>
          <p:cNvSpPr txBox="1"/>
          <p:nvPr/>
        </p:nvSpPr>
        <p:spPr>
          <a:xfrm>
            <a:off x="620000" y="1570000"/>
            <a:ext cx="103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 dirty="0">
                <a:solidFill>
                  <a:srgbClr val="0F766E"/>
                </a:solidFill>
              </a:rPr>
              <a:t>How chimex.duckdns.org reaches GKE</a:t>
            </a:r>
            <a:endParaRPr lang="en-US" sz="1900"/>
          </a:p>
        </p:txBody>
      </p:sp>
      <p:sp>
        <p:nvSpPr>
          <p:cNvPr id="62" name="Bullets 62"/>
          <p:cNvSpPr txBox="1"/>
          <p:nvPr/>
        </p:nvSpPr>
        <p:spPr>
          <a:xfrm>
            <a:off x="820000" y="2250000"/>
            <a:ext cx="10450000" cy="3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User opens https://chimex.duckdns.org.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DuckDNS resolves the domain to the reserved GCP global static IP.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That IP is attached to the Google HTTP(S) Load Balancer created by the GKE Ingress controller.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The load balancer URL map routes / to the frontend service and /auth to the backend service.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Kubernetes services route traffic to the matching pods through labels and GKE network endpoint groups.</a:t>
            </a:r>
            <a:endParaRPr lang="en-US" sz="1800"/>
          </a:p>
        </p:txBody>
      </p:sp>
      <p:sp>
        <p:nvSpPr>
          <p:cNvPr id="63" name="Band 63"/>
          <p:cNvSpPr/>
          <p:nvPr/>
        </p:nvSpPr>
        <p:spPr>
          <a:xfrm>
            <a:off x="580000" y="5940000"/>
            <a:ext cx="11000000" cy="12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20000" y="6120000"/>
            <a:ext cx="104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50" dirty="0">
                <a:solidFill>
                  <a:srgbClr val="475569"/>
                </a:solidFill>
              </a:rPr>
              <a:t>The load balancer knows Kubernetes because the GKE Ingress controller continuously syncs Ingress and Service state into GCP load balancer config.</a:t>
            </a:r>
            <a:endParaRPr lang="en-US" sz="1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and 81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580000" y="160000"/>
            <a:ext cx="106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dirty="0">
                <a:b/>
                <a:solidFill>
                  <a:srgbClr val="FFFFFF"/>
                </a:solidFill>
              </a:rPr>
              <a:t>Cloudkite GKE Deployment</a:t>
            </a:r>
            <a:endParaRPr lang="en-US" sz="1800"/>
          </a:p>
        </p:txBody>
      </p:sp>
      <p:sp>
        <p:nvSpPr>
          <p:cNvPr id="81" name="TextBox 81"/>
          <p:cNvSpPr txBox="1"/>
          <p:nvPr/>
        </p:nvSpPr>
        <p:spPr>
          <a:xfrm>
            <a:off x="580000" y="970000"/>
            <a:ext cx="108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dirty="0">
                <a:b/>
                <a:solidFill>
                  <a:srgbClr val="111827"/>
                </a:solidFill>
              </a:rPr>
              <a:t>3. TLS And Certificate Automation</a:t>
            </a:r>
            <a:endParaRPr lang="en-US" sz="3600"/>
          </a:p>
        </p:txBody>
      </p:sp>
      <p:sp>
        <p:nvSpPr>
          <p:cNvPr id="81" name="TextBox 81"/>
          <p:cNvSpPr txBox="1"/>
          <p:nvPr/>
        </p:nvSpPr>
        <p:spPr>
          <a:xfrm>
            <a:off x="620000" y="1570000"/>
            <a:ext cx="103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 dirty="0">
                <a:solidFill>
                  <a:srgbClr val="0F766E"/>
                </a:solidFill>
              </a:rPr>
              <a:t>Roles of DuckDNS, cert-manager, and Let's Encrypt</a:t>
            </a:r>
            <a:endParaRPr lang="en-US" sz="1900"/>
          </a:p>
        </p:txBody>
      </p:sp>
      <p:sp>
        <p:nvSpPr>
          <p:cNvPr id="82" name="Bullets 82"/>
          <p:cNvSpPr txBox="1"/>
          <p:nvPr/>
        </p:nvSpPr>
        <p:spPr>
          <a:xfrm>
            <a:off x="820000" y="2250000"/>
            <a:ext cx="10450000" cy="3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DuckDNS provides the public DNS name and points it to the GCP load balancer IP.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cert-manager runs in the cluster and watches Certificate and Ingress resources.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Let's Encrypt is the public certificate authority. It is not the Kubernetes cluster CA.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cert-manager performs HTTP-01 validation by exposing a temporary challenge path through the same ingress.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After validation, cert-manager stores the TLS cert in the Kubernetes secret chimex-duckdns-tls, which the Ingress uses for HTTPS.</a:t>
            </a:r>
            <a:endParaRPr lang="en-US" sz="1800"/>
          </a:p>
        </p:txBody>
      </p:sp>
      <p:sp>
        <p:nvSpPr>
          <p:cNvPr id="83" name="Band 83"/>
          <p:cNvSpPr/>
          <p:nvPr/>
        </p:nvSpPr>
        <p:spPr>
          <a:xfrm>
            <a:off x="580000" y="5940000"/>
            <a:ext cx="11000000" cy="12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620000" y="6120000"/>
            <a:ext cx="104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50" dirty="0">
                <a:solidFill>
                  <a:srgbClr val="475569"/>
                </a:solidFill>
              </a:rPr>
              <a:t>Result: browser-trusted HTTPS without buying a public domain.</a:t>
            </a:r>
            <a:endParaRPr lang="en-US" sz="14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nd 101"/>
          <p:cNvSpPr/>
          <p:nvPr/>
        </p:nvSpPr>
        <p:spPr>
          <a:xfrm>
            <a:off x="0" y="0"/>
            <a:ext cx="12192000" cy="65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01" name="TextBox 101"/>
          <p:cNvSpPr txBox="1"/>
          <p:nvPr/>
        </p:nvSpPr>
        <p:spPr>
          <a:xfrm>
            <a:off x="580000" y="160000"/>
            <a:ext cx="106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dirty="0">
                <a:b/>
                <a:solidFill>
                  <a:srgbClr val="FFFFFF"/>
                </a:solidFill>
              </a:rPr>
              <a:t>Cloudkite GKE Deployment</a:t>
            </a:r>
            <a:endParaRPr lang="en-US" sz="1800"/>
          </a:p>
        </p:txBody>
      </p:sp>
      <p:sp>
        <p:nvSpPr>
          <p:cNvPr id="101" name="TextBox 101"/>
          <p:cNvSpPr txBox="1"/>
          <p:nvPr/>
        </p:nvSpPr>
        <p:spPr>
          <a:xfrm>
            <a:off x="580000" y="970000"/>
            <a:ext cx="108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dirty="0">
                <a:b/>
                <a:solidFill>
                  <a:srgbClr val="111827"/>
                </a:solidFill>
              </a:rPr>
              <a:t>4. Why This Route Was Chosen</a:t>
            </a:r>
            <a:endParaRPr lang="en-US" sz="3600"/>
          </a:p>
        </p:txBody>
      </p:sp>
      <p:sp>
        <p:nvSpPr>
          <p:cNvPr id="101" name="TextBox 101"/>
          <p:cNvSpPr txBox="1"/>
          <p:nvPr/>
        </p:nvSpPr>
        <p:spPr>
          <a:xfrm>
            <a:off x="620000" y="1570000"/>
            <a:ext cx="103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 dirty="0">
                <a:solidFill>
                  <a:srgbClr val="0F766E"/>
                </a:solidFill>
              </a:rPr>
              <a:t>Practical fit for the interview/demo constraints</a:t>
            </a:r>
            <a:endParaRPr lang="en-US" sz="1900"/>
          </a:p>
        </p:txBody>
      </p:sp>
      <p:sp>
        <p:nvSpPr>
          <p:cNvPr id="102" name="Bullets 102"/>
          <p:cNvSpPr txBox="1"/>
          <p:nvPr/>
        </p:nvSpPr>
        <p:spPr>
          <a:xfrm>
            <a:off x="820000" y="2250000"/>
            <a:ext cx="10450000" cy="3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Meets the custom domain and TLS requirement using a free DuckDNS domain.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Uses one reserved static IP and one public ingress, keeping cost and operational complexity low.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Uses native GKE Ingress and Google Cloud Load Balancer integration instead of manually wiring networking.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Supports GitOps: changes flow from Git to Argo CD to Kubernetes.</a:t>
            </a:r>
            <a:endParaRPr lang="en-US" sz="1800"/>
          </a:p>
          <a:p>
            <a:pPr marL="342900" indent="-171450">
              <a:buChar char="-"/>
            </a:pPr>
            <a:r>
              <a:rPr lang="en-US" sz="1800" dirty="0">
                <a:solidFill>
                  <a:srgbClr val="374151"/>
                </a:solidFill>
              </a:rPr>
              <a:t>Keeps production behavior configurable: HPA, PDB, rolling updates, env vars, metrics, and TLS are all declared in YAML/Terraform.</a:t>
            </a:r>
            <a:endParaRPr lang="en-US" sz="1800"/>
          </a:p>
        </p:txBody>
      </p:sp>
      <p:sp>
        <p:nvSpPr>
          <p:cNvPr id="103" name="Band 103"/>
          <p:cNvSpPr/>
          <p:nvPr/>
        </p:nvSpPr>
        <p:spPr>
          <a:xfrm>
            <a:off x="580000" y="5940000"/>
            <a:ext cx="11000000" cy="12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3" name="TextBox 103"/>
          <p:cNvSpPr txBox="1"/>
          <p:nvPr/>
        </p:nvSpPr>
        <p:spPr>
          <a:xfrm>
            <a:off x="620000" y="6120000"/>
            <a:ext cx="104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50" dirty="0">
                <a:solidFill>
                  <a:srgbClr val="475569"/>
                </a:solidFill>
              </a:rPr>
              <a:t>This gives a cloud-native deployment path while staying simple enough to explain and recover.</a:t>
            </a:r>
            <a:endParaRPr lang="en-US" sz="1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kite">
  <a:themeElements>
    <a:clrScheme name="Cloudkite">
      <a:dk1>
        <a:srgbClr val="111827"/>
      </a:dk1>
      <a:lt1>
        <a:srgbClr val="F8FAFC"/>
      </a:lt1>
      <a:dk2>
        <a:srgbClr val="374151"/>
      </a:dk2>
      <a:lt2>
        <a:srgbClr val="E5E7EB"/>
      </a:lt2>
      <a:accent1>
        <a:srgbClr val="0F766E"/>
      </a:accent1>
      <a:accent2>
        <a:srgbClr val="2563EB"/>
      </a:accent2>
      <a:accent3>
        <a:srgbClr val="DC2626"/>
      </a:accent3>
      <a:accent4>
        <a:srgbClr val="F59E0B"/>
      </a:accent4>
      <a:accent5>
        <a:srgbClr val="7C3AED"/>
      </a:accent5>
      <a:accent6>
        <a:srgbClr val="059669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loudkit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4</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Cloudkite Kubernetes Ingress Summary</dc:title>
  <dc:creator>Codex</dc:creator>
  <cp:lastModifiedBy>Codex</cp:lastModifiedBy>
  <dcterms:created xsi:type="dcterms:W3CDTF">2026-07-13T14:12:20Z</dcterms:created>
  <dcterms:modified xsi:type="dcterms:W3CDTF">2026-07-13T14:12:20Z</dcterms:modified>
</cp:coreProperties>
</file>